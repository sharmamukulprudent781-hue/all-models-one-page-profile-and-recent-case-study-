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5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033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47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88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79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02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9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2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37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5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5347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3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9755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86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66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37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83DA9-41B5-4B4E-841A-AA568DC4180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A46B714-8A31-4443-A996-A8B27457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421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199" y="232547"/>
            <a:ext cx="10515600" cy="132556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dirty="0" smtClean="0"/>
              <a:t>IMPACT OF IRAN AND UNITED NATION WAR ON SECTORES-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 smtClean="0"/>
              <a:t>SECTORS                                                         UP / DOWN       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85837" y="2448539"/>
            <a:ext cx="10220325" cy="3139321"/>
          </a:xfrm>
          <a:prstGeom prst="rect">
            <a:avLst/>
          </a:prstGeom>
          <a:noFill/>
        </p:spPr>
        <p:txBody>
          <a:bodyPr wrap="square" numCol="2" rtlCol="0" anchor="b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OIL COMPANIES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CHEMICALS COMPANY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TYRE COMPANIES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FMCG COMPANIES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PHARMA COMPANIES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AUTOMOBILE COMPANIES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AVIATION COMPANIES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METALS COMPANIES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OIL PRODUCERS COMPANIES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ENERGY COMPANIES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E –COMMERCE COMPANIES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643688" y="40182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238430" y="2159490"/>
            <a:ext cx="3805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178609" y="2431633"/>
            <a:ext cx="29910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DOWN</a:t>
            </a:r>
          </a:p>
          <a:p>
            <a:r>
              <a:rPr lang="en-US" dirty="0" smtClean="0"/>
              <a:t>DOWN</a:t>
            </a:r>
          </a:p>
          <a:p>
            <a:r>
              <a:rPr lang="en-US" dirty="0" smtClean="0"/>
              <a:t>DOWN</a:t>
            </a:r>
          </a:p>
          <a:p>
            <a:r>
              <a:rPr lang="en-US" dirty="0" smtClean="0"/>
              <a:t>DOWN</a:t>
            </a:r>
          </a:p>
          <a:p>
            <a:r>
              <a:rPr lang="en-US" dirty="0" smtClean="0"/>
              <a:t>DOWN</a:t>
            </a:r>
          </a:p>
          <a:p>
            <a:r>
              <a:rPr lang="en-US" dirty="0" smtClean="0"/>
              <a:t>DOWN</a:t>
            </a:r>
          </a:p>
          <a:p>
            <a:r>
              <a:rPr lang="en-US" dirty="0" smtClean="0"/>
              <a:t>DOWN</a:t>
            </a:r>
          </a:p>
          <a:p>
            <a:r>
              <a:rPr lang="en-US" dirty="0" smtClean="0"/>
              <a:t>UP</a:t>
            </a:r>
          </a:p>
          <a:p>
            <a:r>
              <a:rPr lang="en-US" dirty="0" smtClean="0"/>
              <a:t>UP</a:t>
            </a:r>
          </a:p>
          <a:p>
            <a:r>
              <a:rPr lang="en-US" dirty="0" smtClean="0"/>
              <a:t>UP</a:t>
            </a:r>
          </a:p>
          <a:p>
            <a:r>
              <a:rPr lang="en-US" dirty="0" smtClean="0"/>
              <a:t>DOWN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46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 FOR </a:t>
            </a:r>
            <a:r>
              <a:rPr lang="en-US" dirty="0" smtClean="0">
                <a:latin typeface="Algerian" panose="04020705040A02060702" pitchFamily="82" charset="0"/>
              </a:rPr>
              <a:t>SECTORS</a:t>
            </a:r>
            <a:r>
              <a:rPr lang="en-US" dirty="0" smtClean="0"/>
              <a:t> GOES DOWN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Basically ,Crude oil is the commodity and Macro Economic Indicator for the </a:t>
            </a:r>
          </a:p>
          <a:p>
            <a:pPr marL="0" indent="0" algn="just">
              <a:buNone/>
            </a:pPr>
            <a:r>
              <a:rPr lang="en-US" dirty="0" smtClean="0"/>
              <a:t>Market .It is used as a raw material in many industries such as paint industry,</a:t>
            </a:r>
          </a:p>
          <a:p>
            <a:pPr marL="0" indent="0">
              <a:buNone/>
            </a:pPr>
            <a:r>
              <a:rPr lang="en-US" dirty="0" smtClean="0"/>
              <a:t>Automobile Industry , Oil market Companies (OMC) is fully dependent on Crude oil .So if the price goes high then the company has facing production/Input cost high and the net margins (profit) of the company goes low and overall the  </a:t>
            </a:r>
            <a:r>
              <a:rPr lang="en-US" dirty="0" err="1" smtClean="0"/>
              <a:t>indicies</a:t>
            </a:r>
            <a:r>
              <a:rPr lang="en-US" dirty="0" smtClean="0"/>
              <a:t> such as Nifty and Sensex will go down. Oil is the foundation for petroleum product likes Gasoline , diesel and plastics. Raw crude oil will directly impact on Inflation and transportation . developing countries like India are heavily dependent on the oil .It will also affect trade balance , currency deficit , government finance and obviously market sentiments as we are able to see (Iran and USA war).</a:t>
            </a:r>
          </a:p>
        </p:txBody>
      </p:sp>
    </p:spTree>
    <p:extLst>
      <p:ext uri="{BB962C8B-B14F-4D97-AF65-F5344CB8AC3E}">
        <p14:creationId xmlns:p14="http://schemas.microsoft.com/office/powerpoint/2010/main" val="334926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</TotalTime>
  <Words>205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Algerian</vt:lpstr>
      <vt:lpstr>Arial</vt:lpstr>
      <vt:lpstr>Trebuchet MS</vt:lpstr>
      <vt:lpstr>Wingdings 3</vt:lpstr>
      <vt:lpstr>Facet</vt:lpstr>
      <vt:lpstr>IMPACT OF IRAN AND UNITED NATION WAR ON SECTORES-</vt:lpstr>
      <vt:lpstr>REASON FOR SECTORS GOES DOWN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IRAN AND UNITED NATION WAR ON SECTORES-</dc:title>
  <dc:creator>user</dc:creator>
  <cp:lastModifiedBy>Microsoft account</cp:lastModifiedBy>
  <cp:revision>7</cp:revision>
  <dcterms:created xsi:type="dcterms:W3CDTF">2026-03-03T18:46:38Z</dcterms:created>
  <dcterms:modified xsi:type="dcterms:W3CDTF">2026-07-14T03:29:02Z</dcterms:modified>
</cp:coreProperties>
</file>